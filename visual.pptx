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679"/>
  </p:normalViewPr>
  <p:slideViewPr>
    <p:cSldViewPr snapToGrid="0">
      <p:cViewPr varScale="1">
        <p:scale>
          <a:sx n="124" d="100"/>
          <a:sy n="124" d="100"/>
        </p:scale>
        <p:origin x="200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A6059-A5E8-C76B-AB47-7244BF6BB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F12C5-D8EA-3E71-9475-B52705EBE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D79FC-3432-5EE8-5B94-911E94CC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E7A46-EC95-E250-6B55-3FCCF985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9A10F-4BC3-3ADC-225E-0A98DBE7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5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B3E7-FC41-9C9A-E48A-C81CE55E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D6274-BAD6-4E7E-F6D1-0CA017374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67D17-8F38-1A69-ED3B-6A4197146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F8709-A8E2-32BB-F74A-401AB2723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4079-437C-F864-92DB-62190298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C674-7F4A-AB97-09BA-25608579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50D9E-D4C1-89C3-32D7-29845178F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B2039-2A31-CF47-3143-102529DF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1B7A9-E22B-9B24-377D-EBEE0D46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6F11-3420-9E77-BC27-F502C2B1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5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7AA6-C08E-6D97-3C94-2E364076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60902-6CA5-545D-2F5E-1E4371BA7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46326-5AF7-B97C-3581-19B63B62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C55A3-B9B2-EE37-F64E-EC77EB97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20ECC-057B-67D4-65F1-0C14EB3E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C40E1-309A-0AB5-3CDA-50F1263D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2B40-07C7-5894-5C87-4BB5FAEB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2DBB5-E13C-434A-B904-FDB6683DC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88F1F-54C0-0810-949C-5AACCC7BA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34C32-B17B-C90F-1E09-D2F6D9AB7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63B187-0505-6E2D-462F-1276870D0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6A3AD-0979-943B-A8F2-12C6E177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63734-54EF-C592-ADC4-C7F1639E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54F51-EED4-F7F7-34FA-DC37919C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4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52E1-02BC-C9FF-887B-6FB8ED83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4FC22-9890-B8C1-F9B1-02B642DA0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06F5F-CA0B-73F8-107D-67A5C4FA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590A60-6477-43FF-B694-2D1AC0FD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61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0EECF-404B-1875-43A1-655484FA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5E36BC-D67B-D88E-27E2-9FE529A36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2CFA8-F9F8-DC0C-BE53-DF3585B9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09EF3-549E-895F-CA71-B5EC40AA2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9D62C-EF43-D4F2-A185-4D2CC7B42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32B33-D987-6982-F203-5E187281D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37A7B-B13D-CA2B-C65E-C5D02E48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C58C4-AF6D-C2D1-5CD8-6ED46EB9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D7A9F-BEF7-D0C3-B184-ACA2C67E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3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ED7C-CC20-760E-F25E-69099326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1F762D-5D4A-DFD8-DB17-2582A7BA3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DC4D8-716F-272F-66EA-7B4476EA3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3840C-5DC4-8745-479A-DEFC7B10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FB0D2-96E8-0646-F5F3-347325E0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702C9-6ECD-23C5-C2FC-6F8DF0C3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5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7922-40E0-2269-D75C-59576A76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42425-8D1E-4FA3-271D-5022FE645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10BA-88D8-E237-2DD5-62BF2D7D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70B42-0CE3-64D8-BA6B-60703760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27BC4-3CB6-5FE5-B9F5-C7A14AE6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9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F442C-D940-1356-A18D-1F8AD92FA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D9EA6-62FD-040E-FF82-23A0AD2E1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75FB2-C25B-7D0D-A1A7-6A738B89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A80F5-D9C4-51A9-AE85-2DF64AD8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C1A23-A43B-140B-2119-B0ACB5CB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54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98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D7E29-681E-4774-58C9-2F403D64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B3212-5B8A-C764-FBBA-587794209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31627-7580-613E-45E8-707C7FE70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28FB8-D4F4-BA4F-878F-AC5F0A1EE0B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27580-4307-A40B-E55E-EB21C428E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9A70B-0BA0-DF7E-0091-06E629D74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45E06-8003-9646-BE94-3A640F74C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4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3E03-49C1-15FA-D891-C6183103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From 800×576 to 37×37: Compressing Visual Input by 99.9%</a:t>
            </a:r>
          </a:p>
        </p:txBody>
      </p:sp>
      <p:pic>
        <p:nvPicPr>
          <p:cNvPr id="6" name="Picture 5" descr="A video game screen with a green pipe and a yellow bird&#10;&#10;AI-generated content may be incorrect.">
            <a:extLst>
              <a:ext uri="{FF2B5EF4-FFF2-40B4-BE49-F238E27FC236}">
                <a16:creationId xmlns:a16="http://schemas.microsoft.com/office/drawing/2014/main" id="{32195F16-445F-F763-8325-9903F26E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06" y="1444877"/>
            <a:ext cx="3557964" cy="5075553"/>
          </a:xfrm>
          <a:prstGeom prst="rect">
            <a:avLst/>
          </a:prstGeom>
        </p:spPr>
      </p:pic>
      <p:pic>
        <p:nvPicPr>
          <p:cNvPr id="8" name="Picture 7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8DFEA996-587E-C2F2-9060-6F95ABDD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195" y="1444877"/>
            <a:ext cx="4697869" cy="498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6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34BD5EF-BE81-82F3-B03D-D95F5CED39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From 800×576 to 37×37: Compressing Visual Input by 99.9%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Hill Roy</dc:creator>
  <cp:lastModifiedBy>Xavier Hill Roy</cp:lastModifiedBy>
  <cp:revision>2</cp:revision>
  <dcterms:created xsi:type="dcterms:W3CDTF">2025-11-21T00:44:09Z</dcterms:created>
  <dcterms:modified xsi:type="dcterms:W3CDTF">2025-11-21T00:53:21Z</dcterms:modified>
</cp:coreProperties>
</file>